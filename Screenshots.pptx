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20"/>
    <p:restoredTop sz="94651"/>
  </p:normalViewPr>
  <p:slideViewPr>
    <p:cSldViewPr snapToGrid="0">
      <p:cViewPr>
        <p:scale>
          <a:sx n="114" d="100"/>
          <a:sy n="114" d="100"/>
        </p:scale>
        <p:origin x="41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825C-9C30-A1BB-D8F5-CC29A8A53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28C85-224C-D827-7EA2-D017DD8FC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4C285-0431-1652-FC59-37F856812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DBB44-4141-45D5-0F5B-AADEA7DB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A731B-385D-3264-0469-22E4CAB9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412004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22C7-CECC-CAE1-1FB5-458633C2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1FE86-4E84-FB35-F939-5CB9D9BC1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8773B-A72B-CED9-78E2-E574F2A3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5191C-9F4A-E470-403C-B875F17D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96EF3-E0D2-2F5E-1CA9-E32DA32DB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73196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1966-A96C-9FE9-BE28-82E2ADD0F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0F06E-801B-C2CE-BAFD-F3274A759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2396-5B8C-914F-A960-9DAC26AE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93B68-7937-310C-4471-1D03CD52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82892-4D56-BE99-D56F-024DB6DA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7166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A7D46-3761-E05F-8205-2A35F105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E6D8D-3D48-5C2E-9DA4-2F82CE276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9D55C7-4DEA-EF4C-D12A-0156CFC5A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5BF45-0FDD-59B9-CC2A-DAE8293E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4BD19-43B0-D532-3F27-A3E5085A1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54E71-5312-6103-E02D-67092D52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31428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A2E3-D368-7153-1F95-38BFBF6D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89EA9-4A42-B629-246C-EE8BD7207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884D9-7659-12E6-E984-9F20E702C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C2AC5-581D-9AFE-A5A5-AE0655D7D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3BBC98-2953-E504-45A3-7C0BD2085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A8492B-A984-F365-7AC7-8E79CEE98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1DDC7-5386-2CD2-9BDB-335D9140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D742A-B6AF-161E-622B-20B831BF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35031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8406-CEF0-E582-0C5D-853B93CF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C9AF2-0649-947D-4C0D-3167B6523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176B71-5EE2-9124-0726-212542C1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4CF2B-28C1-1BE8-BA0F-7E1C96BC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596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FD488-E884-DC52-3503-222E428A5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932CF-6F6D-C5E2-77EC-B5E611E8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1418E-424D-97C6-2513-1959B246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241966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F286-FA9E-C399-B28A-D0A335FF8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6B88F-128F-BA22-3A81-22B4DD598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D2625-6AB9-C3FF-3D7F-5698C741C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3E50D-2CE5-B204-4406-EC2DE495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7CD5D-3EA3-8549-7FDB-309F75675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EF1A0-D12D-89B1-294D-C8CDE0C1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2305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797B9-0C67-E8BD-A8D7-693010D3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2E4-E998-693B-0A3A-8F1197447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09DCD-A673-88E1-1E0F-358508AAF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C01A6-009F-64DE-B0C5-7A6AA26E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7C1B9-098A-DBCD-7BAC-A36A06251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D6316-CD1B-B3C3-50DF-B3C5B151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04984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FAB7C-2D97-7BF4-1EC4-93A73F8B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7BADE-F439-3042-07D9-A4F0D3B8C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83F36-5308-C47D-01C7-DDDFF1B3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082E2-BB3D-6973-FCF0-47ECAA609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441F0-1265-1F14-0011-9E563876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66992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68532A-16BE-481F-1858-E8BD3F91D8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B97DD-D813-8AFA-E5FA-C889AE2FB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8202B-7A65-8AE7-927B-7C8C90449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4A633-48C6-3E62-3C59-B47E7079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54660-026A-BC04-E34E-7F09859A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6639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F6AC02-7B1B-940E-0499-BEE7F7D7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9DEE7-E59E-1A71-3702-9766EFADF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2E83C-BE29-8ACC-70AB-FDB1C17A6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B51E0-9DF1-5848-A11F-1AE065D4A52B}" type="datetimeFigureOut">
              <a:rPr lang="en-NO" smtClean="0"/>
              <a:t>07/10/2025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6F022-D73B-E7C8-E026-4C085CFCE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A851E-BCFC-99D4-9687-450DF364A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BBE6A-2DB5-2B4A-A351-A4DB05C52280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640260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31127-53AA-584E-89BA-62BFEEA228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O" dirty="0"/>
              <a:t>Screenshots of Experiment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0E9487-600F-1516-3B0D-E2A4B74B09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O" dirty="0"/>
              <a:t>Fair Discrimination</a:t>
            </a:r>
          </a:p>
          <a:p>
            <a:r>
              <a:rPr lang="en-NO" dirty="0"/>
              <a:t>O’Leary, Schweighofer-Kodritsch, Sørensen</a:t>
            </a:r>
          </a:p>
        </p:txBody>
      </p:sp>
    </p:spTree>
    <p:extLst>
      <p:ext uri="{BB962C8B-B14F-4D97-AF65-F5344CB8AC3E}">
        <p14:creationId xmlns:p14="http://schemas.microsoft.com/office/powerpoint/2010/main" val="3769211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6A61CA-56A4-CDF5-BA7E-66A4E2506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033"/>
            <a:ext cx="7772400" cy="678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2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491B1A-10B5-218C-D47B-EAD611417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92451"/>
            <a:ext cx="7772400" cy="367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756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C3320F-0818-8FD5-B892-9CC10D056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83375"/>
            <a:ext cx="7772400" cy="46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28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AF1F25-9A7D-15DB-267D-EF752D80A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844" y="0"/>
            <a:ext cx="72223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5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DB6B2D-2D4D-A3C9-4375-11B8F7A8F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760" y="2261293"/>
            <a:ext cx="3517119" cy="21981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81BD212-EC70-A8EE-98AE-60044FD3E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35" y="2261293"/>
            <a:ext cx="3537345" cy="187479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4FD2175-2E6D-7EC6-7E37-6E127D10E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440" y="2326827"/>
            <a:ext cx="3517120" cy="193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88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65961F-1A97-DFAB-042C-DD3B8CF109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063"/>
          <a:stretch>
            <a:fillRect/>
          </a:stretch>
        </p:blipFill>
        <p:spPr>
          <a:xfrm>
            <a:off x="2732942" y="413657"/>
            <a:ext cx="6726115" cy="603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91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37F43-58DE-94BA-483F-397906B09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517" y="2550562"/>
            <a:ext cx="3517119" cy="154753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02584EC-42D7-36FC-F0BE-C677BE404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59" y="2647283"/>
            <a:ext cx="3537345" cy="132650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81C7F4A-5378-353B-9683-8C33B6593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440" y="2647283"/>
            <a:ext cx="3517120" cy="135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88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8067E1-D8D4-DDE3-EB60-668F59B68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50745"/>
            <a:ext cx="7772400" cy="455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36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634BE1-91DB-4622-F917-570AE7203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10828"/>
            <a:ext cx="7772400" cy="503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33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A10EC8-12D5-4990-6F1C-190F1EBD6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17747"/>
            <a:ext cx="7772400" cy="422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673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8F439B-4016-A724-34E5-DA6EA94F4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07913"/>
            <a:ext cx="7772400" cy="364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75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E3F220-B469-EF4C-A09F-17B62574D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32361"/>
            <a:ext cx="7772400" cy="29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13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0C239C-8659-F888-E9BD-68D4EDB1F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56360"/>
            <a:ext cx="7772400" cy="31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8838EB-9240-349A-0D0C-69E10283E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87216"/>
            <a:ext cx="7772400" cy="328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15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56B62-3957-4A13-4935-D8DC15087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6D4174-465D-39EC-79CE-4E966A91B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24571"/>
            <a:ext cx="7772400" cy="320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35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0E67A0C-4D7B-86CB-F85C-BA5B42E5E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09450"/>
            <a:ext cx="7772400" cy="36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005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6F67C4-2E1E-E356-3683-5FF62D222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85094"/>
            <a:ext cx="5291666" cy="408781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6BA3A21-2B7D-5E88-E5D2-8F0283540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92" y="2496343"/>
            <a:ext cx="5291667" cy="186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07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4266D8-1725-54C6-6524-1074CF2CD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51798"/>
            <a:ext cx="7772400" cy="335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443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AACE07-EB9E-ED34-E5A4-7443E8707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865" y="2522802"/>
            <a:ext cx="5291667" cy="18123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A925D2-1724-5E43-B98A-3B3D38465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6302" y="-1"/>
            <a:ext cx="6453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44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C15E50-31A3-FFCD-8FFC-2097894D3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01274"/>
            <a:ext cx="7772400" cy="285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35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E71338-CB6E-4856-35B5-B25FCCBE6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43717"/>
            <a:ext cx="7772400" cy="297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80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AAC632-5FE7-A137-451A-CC044FC3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61684"/>
            <a:ext cx="7772400" cy="253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23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0F5EA-857E-99FC-3301-D2EB68C20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20007"/>
            <a:ext cx="7772400" cy="281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11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BF86F91-17BD-94ED-021B-CED639029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96870"/>
            <a:ext cx="7772400" cy="526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04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10</Words>
  <Application>Microsoft Macintosh PowerPoint</Application>
  <PresentationFormat>Widescreen</PresentationFormat>
  <Paragraphs>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Screenshots of Experiment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Connor O’Leary</dc:creator>
  <cp:lastModifiedBy>Ethan Connor O’Leary</cp:lastModifiedBy>
  <cp:revision>1</cp:revision>
  <dcterms:created xsi:type="dcterms:W3CDTF">2025-10-07T11:36:05Z</dcterms:created>
  <dcterms:modified xsi:type="dcterms:W3CDTF">2025-10-07T13:09:29Z</dcterms:modified>
</cp:coreProperties>
</file>