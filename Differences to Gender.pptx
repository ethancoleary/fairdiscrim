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81"/>
  </p:normalViewPr>
  <p:slideViewPr>
    <p:cSldViewPr snapToGrid="0">
      <p:cViewPr>
        <p:scale>
          <a:sx n="90" d="100"/>
          <a:sy n="90" d="100"/>
        </p:scale>
        <p:origin x="144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1419-34F9-503E-772D-446F706CD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F8345-5B55-BC08-DA75-02DF738C7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6CB69-4DFB-E0C2-473F-7DEEB94D0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13102-D975-4494-C8C3-F7922541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3AAC1-907C-9679-0621-59D3F0A9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55921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6B31-30E0-99A0-DB4B-6BA55533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F03DA-E2EF-D4A0-18A2-7DEE9A0A9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1DE0F-D010-6CDA-F4B2-007B49DC5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31FF-77DB-9A2D-67AE-CA94FEDF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DC98A-0F57-A364-7E98-DB9AADEE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015613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E0B3-8988-2CB9-DBA5-26E486FD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03FB2A-2BE7-BB14-E3D7-FD1101E00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6CE13-D33B-E4A5-65B8-ADBBDAF0A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7423C-A17B-C175-8BDF-5B1AAC77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C0ECB-FF6B-E23F-70F9-A5B5C05A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544246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90B8E-F01C-BDE7-6A40-F9C9767CB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E8223-881B-FB8D-DC9A-E055B2FBA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F7DE7-6E80-63F7-14EB-2DE75FABB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086D7-0BA2-B596-85B3-F5339714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D804-7DD2-811C-E85D-1A992A0D0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F358F0-B7A5-90C1-D45A-9B8E7EBD3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29003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B6719-CAFE-1024-F707-943B5693D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37F50-5564-CA80-2714-C94AEBD51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2566F-EE6B-E5CF-7163-2C2A50BD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2FA8FE-9D1C-2F9D-3224-55583F17D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B3C900-8667-5041-A42B-78B2212DF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0B9DC1-0D54-7A05-0502-F5B01AEAA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BD33FE-0D9F-1D87-E6E4-DC86A9D41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2E59A-3B32-E24A-8CE3-C3186FE14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3123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A5F62-AF76-74A3-27DD-9BB463E1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D2D5E4-B58D-E774-DED0-D84EED50D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E4B52D-D7D4-59D1-BD6B-891EFFD21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E0110F-0EE0-A6EE-2B0F-A6E34FA3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72595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AE312-4540-0027-2C1F-DFEEEC54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269DD-C151-7C2E-5217-62761628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FAB79-FC84-B494-6BA2-7E58E491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4745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C1AF-0B36-BE0E-9024-2D1ACD502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C9AFD-3515-6204-A745-46DF993DE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EE9A8-5155-5A3B-86A5-F3BB366094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8E4B87-62EB-402E-68FD-B64EA8DC3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71A06-2E2E-B741-5AB7-28277D0F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6BC31-EE2C-AB19-A7CE-E1B72CE87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705005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FD6C2-4031-B495-15CB-C42D1387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9241C-B315-6D42-A82A-396AA7495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F1059-BAB3-7414-C08F-C6113583D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16256-010D-993C-F0B0-2B46F57E3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B3D9A-3E6F-D055-9B7E-8312679E6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142385-502F-EDA3-8505-198912960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601575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483C-98B6-89B0-44FD-48E08D15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10784-3593-F6FC-D4A8-6202C6B50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CC82C-40C2-423B-6C33-180E5A443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3E7BC-DF23-5951-EB49-1FCCD6F6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C640D-52E4-896D-EC2D-7F945D107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246895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A59557-278E-B859-B792-489C123C2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7E3EE-3711-88E8-C130-6D175D552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DE855-722D-77AC-07CB-89C765A1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A8B11-210F-33E0-7B87-0F9F054C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0E6B3-D33C-2FD7-7FB1-93EABABA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494551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946714-EBB9-A785-305F-5B70FDF63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F94FF-997D-7C72-2138-6F6B05C58B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B5988-2192-4355-BF70-0F80467E3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A0231F-04C1-5749-BCF5-2B34CB24E99B}" type="datetimeFigureOut">
              <a:rPr lang="en-NO" smtClean="0"/>
              <a:t>25/11/2025</a:t>
            </a:fld>
            <a:endParaRPr lang="en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645A4-571B-1A91-8DFD-4B62D27A9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E940F-01DC-31AF-B54A-34D0BB1507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47426-F437-F445-881F-67EBB6C0E6CC}" type="slidenum">
              <a:rPr lang="en-NO" smtClean="0"/>
              <a:t>‹#›</a:t>
            </a:fld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83529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C5B6B-3023-9B3A-E704-90789B12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Stage 2 : Managers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62717-B66C-C81E-F9B5-F835BA461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111121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622E7F-640C-CA50-0AF8-EEC6D9BA0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863"/>
            <a:ext cx="6493743" cy="49082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0F7C48-7A20-BC18-B8A4-C04544A77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29" y="1087502"/>
            <a:ext cx="5810271" cy="468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7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18A55-4D33-3575-0C1F-AAD8B3B11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D0BC-B6B7-FBB7-4DD1-126F101F4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O" dirty="0"/>
              <a:t>Stage 3 : Workers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B76AD-C3CE-6D63-B11E-E0F912E49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O"/>
          </a:p>
        </p:txBody>
      </p:sp>
    </p:spTree>
    <p:extLst>
      <p:ext uri="{BB962C8B-B14F-4D97-AF65-F5344CB8AC3E}">
        <p14:creationId xmlns:p14="http://schemas.microsoft.com/office/powerpoint/2010/main" val="3755263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9250A3-B05F-2451-94BD-1BAB1F3F4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225" y="643467"/>
            <a:ext cx="5208946" cy="557106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A5384D9-E256-8B81-E76A-9368973C81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665" b="-2"/>
          <a:stretch>
            <a:fillRect/>
          </a:stretch>
        </p:blipFill>
        <p:spPr>
          <a:xfrm>
            <a:off x="941719" y="643467"/>
            <a:ext cx="495205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8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B54767-3AE8-F035-277E-FCE800C41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054" y="1950244"/>
            <a:ext cx="5291666" cy="320145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4121F7A-1574-0531-F8CC-0437122F6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40" y="1834886"/>
            <a:ext cx="5291667" cy="318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540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F1AC3F-D6E4-B8B5-A67D-1ABB23342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967177"/>
            <a:ext cx="5291666" cy="29236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C9D926-4DDC-B9BD-61D9-C37678280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9" y="1967177"/>
            <a:ext cx="5424487" cy="283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89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4085E5-DF35-C778-81B9-79C41A60D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45771"/>
            <a:ext cx="5291666" cy="25664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A818CE-51F5-0913-419C-FE0570799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620" y="2145771"/>
            <a:ext cx="6053137" cy="262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8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3492AB-023E-F2FE-F244-1C60A966F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8" y="2397125"/>
            <a:ext cx="5291667" cy="20637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B2BAE3A-15EA-289C-02D8-C2C616F21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865" y="2403739"/>
            <a:ext cx="5291667" cy="205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870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21765</TotalTime>
  <Words>8</Words>
  <Application>Microsoft Macintosh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Stage 2 : Managers</vt:lpstr>
      <vt:lpstr>PowerPoint Presentation</vt:lpstr>
      <vt:lpstr>Stage 3 : Workers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Connor O’Leary</dc:creator>
  <cp:lastModifiedBy>Ethan Connor O’Leary</cp:lastModifiedBy>
  <cp:revision>2</cp:revision>
  <dcterms:created xsi:type="dcterms:W3CDTF">2025-11-25T07:36:59Z</dcterms:created>
  <dcterms:modified xsi:type="dcterms:W3CDTF">2025-12-10T10:22:46Z</dcterms:modified>
</cp:coreProperties>
</file>