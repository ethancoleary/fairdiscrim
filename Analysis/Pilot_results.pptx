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562"/>
  </p:normalViewPr>
  <p:slideViewPr>
    <p:cSldViewPr snapToGrid="0">
      <p:cViewPr varScale="1">
        <p:scale>
          <a:sx n="110" d="100"/>
          <a:sy n="110" d="100"/>
        </p:scale>
        <p:origin x="116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C9F87-D8AE-F34B-B42D-B1EDD9079A5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0999C-1845-2C4A-9A40-7D0068DFF0F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7174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5A08-45A8-4B21-B4E8-D89D2A3B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A1F15-8428-1F6B-56B4-B6BB3D988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0F783-B2D7-3BE9-A5E2-EF0BD5D0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6ABD-959A-90D6-2ADE-0E7927D4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A75A1-227C-E6EC-9540-1C41DDA4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64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8102-9F76-66F2-976E-7DAE9A38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47C7-4D31-C7D0-A532-EE87BA26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2B5A4-56F8-5F9C-E7DA-CDC8F697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0C27-3C05-C987-7B03-A7B8D2EA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F294B-9657-E72A-8D23-FDB7D080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3711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B53A-8629-F2D0-6CF0-79F7260F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CE5E1-9B74-89FE-D807-7F7966D50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71201-4FEA-5564-7738-F5452030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311C-E3FE-81ED-86A7-0B5481DB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687B-7241-9481-ED22-CAF3F2A9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41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57FC-3705-FF2F-8B51-A103B17D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9B72-83F5-5D52-94C9-91803AAFE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8C551-8F6E-BD4E-CB56-7D35B7B0C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D66E-1219-B4F1-8E79-8E92E8A4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DD652-5EB5-E2F1-4CD8-8015CF3B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BB24-A067-812C-0423-C62B440C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57457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188C-C2F6-E003-4B86-96C884BD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87316-0B46-9E79-CE25-924C02E9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01B91-969A-8C05-1C54-ABC19A8B7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70132-F6C8-5BD4-59E4-49B43788D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ECCF6-7D46-FCEB-D37A-1A411DA08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5B28C-CACF-C3E8-8B8C-567A8288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BC384-FD71-F188-B079-096564B2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B60EC-AE3A-A230-EC33-7C31FAC6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2159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6BBA-B065-DD7A-1ACB-A0A8C7552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22195-0076-50E5-DD58-630EFE98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7F377-39B9-0DD6-D1AB-9779CA25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DE61E-8900-4ED7-87AD-596CB3DA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4763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D93DB-B6F3-850C-FB09-F777F884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B0F3D-D2D1-82A7-9DC4-32DECFD2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249B4-ED9C-8D15-DD89-C2CEA258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9692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F68D-28AB-DEE2-9AC9-A78C19EBA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F4AA-DC81-BCA8-EDC7-D11A4DC0D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C5545-81D0-2DA9-2789-3FF7EEB24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568BD-210C-4CC5-ABB3-3FA9A30A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2189-731A-D9F4-FEA8-27277B7CA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3D330-2CB0-BF0E-4D0F-F855EA7D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367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CCDD-5051-33AF-803D-2715BF75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83185-A5FB-F463-44A8-AE2EE98B9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C59A7-81E6-FD7C-6469-12E0BC24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B7DB0-8E60-C267-0A8B-2F1DC8B6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54568-7D44-0078-3494-B540901D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0AB67-7FA3-2DF3-3184-54E4DDC2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9249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6A48-F9E8-B082-2503-EDB432A9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10436-C11B-C838-40F4-A7B104159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6CBCB-8945-0F9C-052A-EA48CB92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3F3B1-885E-A5F2-1D62-FEF319A8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4E486-7A90-9D24-BFBB-F4B4D0B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0049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D2A24-2D52-383C-544D-25BE14AE2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55518-1231-A367-0F4A-BFD480F24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32DAB-F952-124D-0617-EB513D5C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72FE3-F173-15C7-34A8-D12DD443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56DB-423C-EA26-AC52-A850793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215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17751-93CA-08DE-AC39-63EA2D2C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DC0F5-B9CC-5904-C566-6308A14B7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38347-58C2-7C87-EB0B-C138DBFF3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E7B38-6841-194E-BA0F-AD6DFA11F8BC}" type="datetimeFigureOut">
              <a:rPr lang="en-NO" smtClean="0"/>
              <a:t>11/09/2025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A4E2-9D4F-143B-8E75-8B682E7B3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83146-98E5-AACB-604C-5207A6E69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6FCA-DB82-6744-84F8-172E2B65C58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0766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AF5E-5301-E093-E288-7D9B3F8DD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Fair Discrimination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EFDAB-B1B6-CF8C-70C5-6C3DB6238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67005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B995-4086-9BD2-083D-266DDEFE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Stage 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069F16D-8CEC-B853-81EC-021A50EF8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4078" y="518142"/>
            <a:ext cx="8004858" cy="5821715"/>
          </a:xfrm>
        </p:spPr>
      </p:pic>
    </p:spTree>
    <p:extLst>
      <p:ext uri="{BB962C8B-B14F-4D97-AF65-F5344CB8AC3E}">
        <p14:creationId xmlns:p14="http://schemas.microsoft.com/office/powerpoint/2010/main" val="117590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23D7-048A-2BB3-1C0B-F3F785ED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Stage 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536507C-0B9F-B74E-D0BB-1BC02D524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602672"/>
            <a:ext cx="7772400" cy="5652655"/>
          </a:xfrm>
        </p:spPr>
      </p:pic>
    </p:spTree>
    <p:extLst>
      <p:ext uri="{BB962C8B-B14F-4D97-AF65-F5344CB8AC3E}">
        <p14:creationId xmlns:p14="http://schemas.microsoft.com/office/powerpoint/2010/main" val="150827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309D-B52A-C1E6-125E-E170D53E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Investments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063AD7-2724-AF18-0EDC-A50248E2F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4386" y="365125"/>
            <a:ext cx="7666245" cy="5575451"/>
          </a:xfrm>
        </p:spPr>
      </p:pic>
    </p:spTree>
    <p:extLst>
      <p:ext uri="{BB962C8B-B14F-4D97-AF65-F5344CB8AC3E}">
        <p14:creationId xmlns:p14="http://schemas.microsoft.com/office/powerpoint/2010/main" val="172733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613D-EE31-103D-F172-CE689517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Earnings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615D48-B268-572B-951F-8E71A4A4B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3894" y="618125"/>
            <a:ext cx="7729906" cy="5621750"/>
          </a:xfrm>
        </p:spPr>
      </p:pic>
    </p:spTree>
    <p:extLst>
      <p:ext uri="{BB962C8B-B14F-4D97-AF65-F5344CB8AC3E}">
        <p14:creationId xmlns:p14="http://schemas.microsoft.com/office/powerpoint/2010/main" val="48450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140B-F95F-7865-CA23-4E1B51CD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Destructions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1577D6-2B8B-8AA2-1878-20AB773C1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582" y="696515"/>
            <a:ext cx="7514332" cy="5464969"/>
          </a:xfrm>
        </p:spPr>
      </p:pic>
    </p:spTree>
    <p:extLst>
      <p:ext uri="{BB962C8B-B14F-4D97-AF65-F5344CB8AC3E}">
        <p14:creationId xmlns:p14="http://schemas.microsoft.com/office/powerpoint/2010/main" val="405970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5646</TotalTime>
  <Words>9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Fair Discrimination</vt:lpstr>
      <vt:lpstr>Stage 1</vt:lpstr>
      <vt:lpstr>Stage 2</vt:lpstr>
      <vt:lpstr>Investments</vt:lpstr>
      <vt:lpstr>Earnings</vt:lpstr>
      <vt:lpstr>Destructions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Connor O’Leary</dc:creator>
  <cp:lastModifiedBy>Ethan Connor O’Leary</cp:lastModifiedBy>
  <cp:revision>2</cp:revision>
  <dcterms:created xsi:type="dcterms:W3CDTF">2025-09-11T12:32:58Z</dcterms:created>
  <dcterms:modified xsi:type="dcterms:W3CDTF">2025-09-15T10:39:42Z</dcterms:modified>
</cp:coreProperties>
</file>